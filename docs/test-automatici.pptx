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Obiettivo: mostrare come si organizzano e si eseguono i test automatici di una web app, con quali strumenti, e come entrano nel ciclo di sviluppo. Esempio concreto: simple_login.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fonti Google distinguono frontend (usabilità, accessibilità, prestazioni) e backend (unità, integrazione, funzionale, regressione, smoke, CI). AppMaster aggiunge sicurezza e compatibilità. La regressione non è un tipo di prova a sé: è il riuso dell'intera suite a ogni modifica.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criterio: si sostituisce con qualcosa di finto tutto ciò che non si sta verificando. Gli unit test non puntano a un database reale ma a un elenco scritto nel test stesso; il livello collaborazione usa un salvataggio finto in memoria, con un interruttore che simula la scrittura fallita.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equivalenti: Jest al posto di Vitest, Cypress o WebDriver al posto di Playwright, Selenium nei contesti più tradizionali. La scelta segue lo stack: qui Next.js e React, quindi Vitest e Playwright sono la coppia naturale.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punto della fase locale è la rapidità del ciclo scrivi-verifica. La completezza è compito della fase successiva.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passaggio decisivo è la protezione del ramo principale: senza, la verifica resta un semaforo che nessuno è obbligato a guardare. I nomi dei controlli compaiono nell'elenco solo dopo la prima esecuzione.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Chiusura: la suite di simple_login copre bene la parte funzionale. Restano fuori accessibilità, contrasto dei colori e prestazioni, che si aggiungono con axe-core e Lighthouse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AUTOMATICI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si verificano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applicazioni web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Livelli, strumenti ed esecuzione — con il caso simple_login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06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Global Engineering · settembre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778240" y="187452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0" y="18745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58200" y="2715768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58200" y="27157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138160" y="3557016"/>
            <a:ext cx="3017520" cy="713232"/>
          </a:xfrm>
          <a:prstGeom prst="roundRect">
            <a:avLst>
              <a:gd name="adj" fmla="val 1025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355701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4398264"/>
            <a:ext cx="3657600" cy="713232"/>
          </a:xfrm>
          <a:prstGeom prst="roundRect">
            <a:avLst>
              <a:gd name="adj" fmla="val 10256"/>
            </a:avLst>
          </a:prstGeom>
          <a:solidFill>
            <a:srgbClr val="01636F"/>
          </a:solidFill>
          <a:ln w="12700">
            <a:solidFill>
              <a:srgbClr val="01636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8120" y="4398264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5349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verifiche automatiche su 4 livelli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 cosa si verifica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sei famiglie di verifica di una web app — fonti: Google Developers, AppMaster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Funzionale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69748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funzioni fanno ciò che devono, per ogni tipo di input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08483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515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30368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Usabilità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69748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Moduli, navigazione, uso da tastiera, accessibilità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08483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79408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Prestazioni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69748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Tempi di caricamento e risposta sotto carico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0965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114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Sicurezza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70916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degli input e protezione dei dati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89120" y="384048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0965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4515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4114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Compatibilità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470916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dispositivi e dimensioni di schermo diversi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429000" cy="1691640"/>
          </a:xfrm>
          <a:prstGeom prst="roundRect">
            <a:avLst>
              <a:gd name="adj" fmla="val 3243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09651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9419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979408" y="4114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Regressione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470916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 che funzionava continua a funzionare dopo ogni modifica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tutte richiedono lo stesso sforzo: le prime due e la regressione si automatizzano per prime.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livelli, dal più veloce al più realistico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caso si verifica una volta sola, al livello più basso capace di verificarlo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11680" y="1920240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011680" y="1920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·  4 prove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202996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costruita e avviata davvero, in Chrome. Nessuna finzione.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54480" y="2907792"/>
            <a:ext cx="3291840" cy="868680"/>
          </a:xfrm>
          <a:prstGeom prst="roundRect">
            <a:avLst>
              <a:gd name="adj" fmla="val 736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554480" y="2907792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 ·  5 prove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0175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singolo modulo disegnato in una pagina simulata.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895344"/>
            <a:ext cx="4206240" cy="868680"/>
          </a:xfrm>
          <a:prstGeom prst="roundRect">
            <a:avLst>
              <a:gd name="adj" fmla="val 736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97280" y="3895344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COLLABORAZIONE  ·  6 prove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400507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parti insieme, con salvataggio finto o reale.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82896"/>
            <a:ext cx="5120640" cy="868680"/>
          </a:xfrm>
          <a:prstGeom prst="roundRect">
            <a:avLst>
              <a:gd name="adj" fmla="val 7368"/>
            </a:avLst>
          </a:prstGeom>
          <a:solidFill>
            <a:srgbClr val="01636F"/>
          </a:solidFill>
          <a:ln w="12700">
            <a:solidFill>
              <a:srgbClr val="01636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488289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UNITÀ  ·  5 prove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99262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Funzioni isolate, dati scritti nel test. Millesimi di secondo.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veloci, tante, indicano DOVE è il problema   →   lente, poche, dicono solo CHE qualcosa non va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quali strumenti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motori di esecuzione, più i controlli statici e l'automazione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7510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1783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7830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Esegue unità, collaborazione e schermo. Veloce, con riesecuzione automatica al salvataggio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72491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0160" y="253288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Library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53288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 un modulo e simula digitazioni e clic come farebbe una persona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47472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80160" y="328269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jsdom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28269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Riproduce la pagina del browser nel terminale: niente finestre, niente attese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032504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22452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0160" y="40325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403250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 un Chrome reale: avvia l'app, naviga, ricarica, registra cosa accade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782312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97433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80160" y="4782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ESLint · TypeScript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78231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Controllano stile e tipi prima ancora di eseguire una sola prova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53212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EAF5F5"/>
          </a:solidFill>
          <a:ln w="12700">
            <a:solidFill>
              <a:srgbClr val="D4E9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724144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80160" y="553212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55321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Riesegue tutto a ogni modifica, su una macchina pulita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Eseguirli mentre si sviluppa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proprio computer: rapidi, selettivi, interattivi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3429000"/>
          </a:xfrm>
          <a:prstGeom prst="roundRect">
            <a:avLst>
              <a:gd name="adj" fmla="val 1600"/>
            </a:avLst>
          </a:prstGeom>
          <a:solidFill>
            <a:srgbClr val="06333A"/>
          </a:solidFill>
          <a:ln w="12700">
            <a:solidFill>
              <a:srgbClr val="06333A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84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408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le prove tranne il browser  ~4 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06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test:unit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626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 regole  ~1 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28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test:e2e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84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prove nel browser reale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lint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stile del codice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typecheck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 dei tipi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86600" y="187452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Dall'editor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17627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pulsante di avvio accanto a ogni prova: si esegue solo quella su cui si sta lavorando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86600" y="29900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2944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Riesecuzione automatica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3291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prove ripartono da sole a ogni salvataggio del file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086600" y="410565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40599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Vedere il browser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44074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può mostrare la finestra mentre agisce, e suggerire come selezionare un elemento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715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locale si esegue ciò che serve adesso; se si saltano delle prove, nessuno se ne accorge.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Eseguirli in automatico a ogni modifica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macchina pulita, tutte le prove, esito vincolante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CFE6E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221284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44752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529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modifiche arrivano sul ramo di lavoro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28803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44368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CFE6E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221284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54096" y="28529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Richiesta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200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apre la richiesta di modifica: la verifica parte da sola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8803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48656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CFE6E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221284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533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58384" y="28529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13248" y="3200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stile · tipi · 16 prove · costruzione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28803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52944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2700">
            <a:solidFill>
              <a:srgbClr val="CFE6E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57616" y="221284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57616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662672" y="28529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17536" y="3200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prove su Chrome reale, solo se i controlli passano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28803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857232" y="1965960"/>
            <a:ext cx="2084832" cy="2286000"/>
          </a:xfrm>
          <a:prstGeom prst="roundRect">
            <a:avLst>
              <a:gd name="adj" fmla="val 3070"/>
            </a:avLst>
          </a:prstGeom>
          <a:solidFill>
            <a:srgbClr val="EAF5F5"/>
          </a:solidFill>
          <a:ln w="12700">
            <a:solidFill>
              <a:srgbClr val="CFE6E6"/>
            </a:solidFill>
            <a:prstDash val="solid"/>
          </a:ln>
          <a:effectLst>
            <a:outerShdw sx="100000" sy="100000" kx="0" ky="0" algn="bl" rotWithShape="0" blurRad="127000" dist="25400" dir="5400000">
              <a:srgbClr val="0A2A3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661904" y="2212848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66190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285292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21824" y="320040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esito verde le modifiche entrano nel ramo principale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5720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06333A"/>
          </a:solidFill>
          <a:ln w="12700">
            <a:solidFill>
              <a:srgbClr val="0633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4754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Esito su simple_login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5047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 44 s   ·   browser 93 s   ·   tutto verde sul ramo principale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47365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fallisce, il rapporto con schermate e registrazione</a:t>
            </a:r>
            <a:endParaRPr lang="en-US" sz="1100" dirty="0"/>
          </a:p>
          <a:p>
            <a:pPr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F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scaricabile dalla pagina dell'esecuzione.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Cinque regole pratiche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81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Automatizzare presto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5819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9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 la verifica prima di avere molte prove, non dopo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50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caso, un livello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45059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9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Verificarlo al livello più basso che lo copre: salire costa tempo e fragilità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3192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Sostituire ciò che non si verifica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31927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9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scritti nel test e salvataggio finto rendono le prove rapide e ripetibili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187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Verificare anche i fallimenti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418795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9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solo il percorso felice: memoria piena, dati illeggibili, credenziali errate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56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Rendere l'esito vincolante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50566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A9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Proteggere il ramo principale: senza, la verifica è solo informativa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9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Google Developers — Frontend &amp; Backend testing · AppMaster — Test delle applicazioni web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automatici di una web app</dc:title>
  <dc:subject>PptxGenJS Presentation</dc:subject>
  <dc:creator>EMA Global Engineering</dc:creator>
  <cp:lastModifiedBy>EMA Global Engineering</cp:lastModifiedBy>
  <cp:revision>1</cp:revision>
  <dcterms:created xsi:type="dcterms:W3CDTF">2026-09-18T12:22:48Z</dcterms:created>
  <dcterms:modified xsi:type="dcterms:W3CDTF">2026-09-18T12:22:48Z</dcterms:modified>
</cp:coreProperties>
</file>